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10분입니다. 복합표본 설계를 무시하고 그냥 로지스틱을 돌리는 게 이 분야에서 가장 흔한 실수입니다. 여기서는 가중치·층·PSU를 전부 반영했고, 그래서 구간이 단순 분석보다 넓습니다.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STROBE 흐름도입니다. 제외마다 이유와 숫자가 붙고, 빼기가 정확히 분석 대상 수로 떨어집니다. 이 산술이 안 맞으면 아래 모든 숫자가 의심스러워집니다.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가중 유병률입니다. NHANES는 특정 집단을 과대표집하므로 가중치 없이 센 비율은 미국 인구를 추정하지 않습니다. 구간도 설계를 반영해 계산했습니다.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조정 오즈비입니다. 설계 기반 회귀라 표준오차가 단순 무작위표본 가정보다 큽니다. 공변량 목록은 Methods에 있고, 무엇을 왜 넣었는지가 이 표의 신뢰도를 결정합니다.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마무리입니다. 단면연구라 연관성까지만 말할 수 있고, 그건 취향이 아니라 설계의 한계입니다. 이 repo는 단면 설계에 예후 동사가 붙으면 게이트가 막습니다.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40000" cy="32004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spc="300">
                <a:solidFill>
                  <a:srgbClr val="B83E3A"/>
                </a:solidFill>
                <a:latin typeface="Inter"/>
                <a:ea typeface="Pretendard"/>
              </a:rPr>
              <a:t>SURVEY EPIDEMIOLOGY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1B2A4E"/>
                </a:solidFill>
                <a:latin typeface="Inter"/>
                <a:ea typeface="Pretendard"/>
              </a:rPr>
              <a:t>Obesity carried a 3.03-fold adjusted odds of diabetes in US adults — with the survey design respected</a:t>
            </a:r>
          </a:p>
          <a:p>
            <a:pPr algn="l"/>
            <a:r>
              <a:rPr sz="1800" b="0" i="1">
                <a:solidFill>
                  <a:srgbClr val="4A525C"/>
                </a:solidFill>
                <a:latin typeface="Inter"/>
                <a:ea typeface="Pretendard"/>
              </a:rPr>
              <a:t>NHANES 2017–2018, analytic n = 5,010, MEC-weighted with strata and PSUs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5440680"/>
            <a:ext cx="1828800" cy="0"/>
          </a:xfrm>
          <a:prstGeom prst="line">
            <a:avLst/>
          </a:prstGeom>
          <a:ln w="12700">
            <a:solidFill>
              <a:srgbClr val="1B2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E"/>
                </a:solidFill>
                <a:latin typeface="Inter"/>
                <a:ea typeface="Pretendard"/>
              </a:rPr>
              <a:t>MedSci Skills · Demo 3 · tooling demonstration, not a clinical claim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Presenter · Affiliation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5,010 adults remained after a stated exclusion cascade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972055" y="2249424"/>
            <a:ext cx="3185137" cy="3657600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ob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191" y="2194560"/>
            <a:ext cx="3185137" cy="3657600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5943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STROBE participant flow. Every exclusion carries its reason and its count; the cascade sums to the analytic 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Weighted prevalence: obesity 42.3%, diabetes 11.7%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Obesity 42.3% (38.9–45.7)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Diabetes 11.7% (10.6–12.8)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Unweighted counts would not estimate the US population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Adjusted OR 3.03 (2.29–4.02)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347109" y="2249424"/>
            <a:ext cx="4435029" cy="3657600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est_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245" y="2194560"/>
            <a:ext cx="4435029" cy="3657600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5943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Design-based logistic regression; p = 0.0001. Covariates listed in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400">
                <a:solidFill>
                  <a:srgbClr val="B83E3A"/>
                </a:solidFill>
                <a:latin typeface="Inter"/>
                <a:ea typeface="Pretendard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B2A4E"/>
                </a:solidFill>
                <a:latin typeface="Inter"/>
                <a:ea typeface="Pretendard"/>
              </a:rPr>
              <a:t>Cross-sectional, so association — and the wording is enforced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Cannot claim: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that obesity caused diabetes — exposure and outcome measured together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Cannot claim: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a screening or surveillance interval from a single time point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Enforced: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a scope gate blocks prognostic verbs on a cross-sectional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demo/03_nhanes_obesity · every number in analysis/tables/key_scalars.csv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SURVEY EPIDEMIOLOGY</vt:lpstr>
      <vt:lpstr>5,010 adults remained after a stated exclusion cascade</vt:lpstr>
      <vt:lpstr>Weighted prevalence: obesity 42.3%, diabetes 11.7%</vt:lpstr>
      <vt:lpstr>Adjusted OR 3.03 (2.29–4.02)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