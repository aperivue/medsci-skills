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10분입니다. 이 발표의 주장은 모델 성능이 아닙니다 — PneumoniaMNIST는 쉬운 벤치마크고 결과는 설계상 평범합니다. 주장은 파이프라인 쪽입니다: 누출 안전성, 시드 평균, 보정, 해석가능성 엄밀성을 사람의 성실함이 아니라 게이트로 강제할 수 있다는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스캐폴딩이 쉬워질수록 엄밀성이 뒤처지는 게 위험입니다. 여기 나열한 실패들은 전부 문헌에 기록돼 있고, 공통점은 발생할 때 아무 소리도 안 난다는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학습 전에 두 게이트가 돌았습니다. 두 번째는 AST 린터라 코드를 읽습니다 — 시드가 안 걸린 RNG, 추론 시 eval 모드 누락 같은 걸 잡습니다. 그리고 이 벤치마크는 환자 단위가 없어서 샘플 단위로만 증명됩니다. 그 한계를 슬라이드에 남겨둡니다.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세 시드 평균과 앙상블을 함께 보고합니다. MPS 백엔드가 완전 결정론적이 아니라 단일 실행 숫자는 의미가 약합니다. AUPRC도 같이 봅니다 — 유병률이 0.625라 불균형이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가장 값어치 있는 출력이 모델을 더 나빠 보이게 만든 것이었습니다. 판별력은 좋은데 확률이 과신입니다. 의사결정에 쓰려면 보정이 선행돼야 하고, 여기서는 안 했다고 명시했습니다.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살리언시가 학습된 가중치에 실제로 의존하는지 두 가지 무작위화 검사로 확인했습니다. 그런데 통과했다고 '모델이 옳다'는 증거가 되지는 않습니다. 이 벤치마크에는 병변 마스크가 없어서 정량적 국소화 지표 자체를 계산할 수 없습니다. 게이트가 그 표현을 강제했습니다.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마무리입니다. 게이트가 사준 것과 사주지 못한 것을 나눕니다. 외부 검증이 없다는 게 가장 큰 빈칸이고, 그건 Demo 5가 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011680"/>
            <a:ext cx="40000" cy="32004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spc="300">
                <a:solidFill>
                  <a:srgbClr val="B83E3A"/>
                </a:solidFill>
                <a:latin typeface="Inter"/>
                <a:ea typeface="Pretendard"/>
              </a:rPr>
              <a:t>MODEL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1B2A4E"/>
                </a:solidFill>
                <a:latin typeface="Inter"/>
                <a:ea typeface="Pretendard"/>
              </a:rPr>
              <a:t>A reproducibility-gated CNN pipeline, end to end on a public benchmark</a:t>
            </a:r>
          </a:p>
          <a:p>
            <a:pPr algn="l"/>
            <a:r>
              <a:rPr sz="1800" b="0" i="1">
                <a:solidFill>
                  <a:srgbClr val="4A525C"/>
                </a:solidFill>
                <a:latin typeface="Inter"/>
                <a:ea typeface="Pretendard"/>
              </a:rPr>
              <a:t>Gates before training · seeds averaged · calibration and saliency checked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5440680"/>
            <a:ext cx="1828800" cy="0"/>
          </a:xfrm>
          <a:prstGeom prst="line">
            <a:avLst/>
          </a:prstGeom>
          <a:ln w="12700">
            <a:solidFill>
              <a:srgbClr val="1B2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E"/>
                </a:solidFill>
                <a:latin typeface="Inter"/>
                <a:ea typeface="Pretendard"/>
              </a:rPr>
              <a:t>MedSci Skills · Demo 4 · tooling demo, not a clinical claim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A525C"/>
                </a:solidFill>
                <a:latin typeface="Inter"/>
                <a:ea typeface="Pretendard"/>
              </a:rPr>
              <a:t>Presenter · Affiliation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The convenience of scaffolding can outrun the rigour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Image-level splits · unseeded RNGs · dropout on at inference</a:t>
            </a:r>
          </a:p>
          <a:p>
            <a:pPr algn="l" lvl="1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8A929E"/>
                </a:solidFill>
                <a:latin typeface="Inter"/>
                <a:ea typeface="Pretendard"/>
              </a:rPr>
              <a:t>— </a:t>
            </a:r>
            <a:r>
              <a:rPr sz="1600" b="0" i="0">
                <a:solidFill>
                  <a:srgbClr val="4A525C"/>
                </a:solidFill>
                <a:latin typeface="Inter"/>
                <a:ea typeface="Pretendard"/>
              </a:rPr>
              <a:t>Uncalibrated probabilities read as trustworthy</a:t>
            </a:r>
          </a:p>
          <a:p>
            <a:pPr algn="l" lvl="1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8A929E"/>
                </a:solidFill>
                <a:latin typeface="Inter"/>
                <a:ea typeface="Pretendard"/>
              </a:rPr>
              <a:t>— </a:t>
            </a:r>
            <a:r>
              <a:rPr sz="1600" b="0" i="0">
                <a:solidFill>
                  <a:srgbClr val="4A525C"/>
                </a:solidFill>
                <a:latin typeface="Inter"/>
                <a:ea typeface="Pretendard"/>
              </a:rPr>
              <a:t>Saliency offered as proof the model is right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All documented. All silent.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Two gates ran before a single epoch, and both had to pass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Split leakage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— disjoint by set arithmetic: OK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Training hygiene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— AST linter over the repo: OK</a:t>
            </a:r>
          </a:p>
          <a:p>
            <a:pPr algn="l" lvl="1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8A929E"/>
                </a:solidFill>
                <a:latin typeface="Inter"/>
                <a:ea typeface="Pretendard"/>
              </a:rPr>
              <a:t>— </a:t>
            </a:r>
            <a:r>
              <a:rPr sz="1600" b="0" i="0">
                <a:solidFill>
                  <a:srgbClr val="4A525C"/>
                </a:solidFill>
                <a:latin typeface="Inter"/>
                <a:ea typeface="Pretendard"/>
              </a:rPr>
              <a:t>Every RNG seeded · cuDNN deterministic · eval() at inference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Image-level here; patient-level on a patient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Test AUROC 0.964 ± 0.004 over three seeds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7735824" y="2249424"/>
            <a:ext cx="3657600" cy="3657600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194560"/>
            <a:ext cx="3657600" cy="3657600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223760" y="5943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spc="200">
                <a:solidFill>
                  <a:srgbClr val="B83E3A"/>
                </a:solidFill>
                <a:latin typeface="Inter"/>
                <a:ea typeface="Pretendard"/>
              </a:rPr>
              <a:t>Figure  ·  </a:t>
            </a:r>
            <a:r>
              <a:rPr sz="2000" b="0" i="1">
                <a:solidFill>
                  <a:srgbClr val="8A929E"/>
                </a:solidFill>
                <a:latin typeface="Inter"/>
                <a:ea typeface="Pretendard"/>
              </a:rPr>
              <a:t>Ensemble AUROC 0.969 (95% CI 0.956–0.980), bootstrap 2,000. n = 624, prevalence 0.625.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The most useful gate output was the one that made the model look worse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ECE 0.127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· Brier 0.103</a:t>
            </a:r>
          </a:p>
          <a:p>
            <a:pPr algn="l" lvl="1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8A929E"/>
                </a:solidFill>
                <a:latin typeface="Inter"/>
                <a:ea typeface="Pretendard"/>
              </a:rPr>
              <a:t>— </a:t>
            </a:r>
            <a:r>
              <a:rPr sz="1600" b="0" i="0">
                <a:solidFill>
                  <a:srgbClr val="4A525C"/>
                </a:solidFill>
                <a:latin typeface="Inter"/>
                <a:ea typeface="Pretendard"/>
              </a:rPr>
              <a:t>A 0.97-AUROC classifier that is over-confident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Temperature scaling is the remedy — not applied, and said so.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35824" y="2249424"/>
            <a:ext cx="3657600" cy="3657600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194560"/>
            <a:ext cx="3657600" cy="3657600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Grad-CAM passed both Adebayo sanity checks — and is still only attribution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Model randomisation r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-0.07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· label permutation r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-0.03</a:t>
            </a:r>
          </a:p>
          <a:p>
            <a:pPr algn="l" lvl="1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8A929E"/>
                </a:solidFill>
                <a:latin typeface="Inter"/>
                <a:ea typeface="Pretendard"/>
              </a:rPr>
              <a:t>— </a:t>
            </a:r>
            <a:r>
              <a:rPr sz="1600" b="0" i="0">
                <a:solidFill>
                  <a:srgbClr val="4A525C"/>
                </a:solidFill>
                <a:latin typeface="Inter"/>
                <a:ea typeface="Pretendard"/>
              </a:rPr>
              <a:t>The maps depend on learned weights, not edges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No masks, so `localization_metric: none` — attribution, not proof.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78624" y="3468624"/>
            <a:ext cx="4572000" cy="1219200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4_gradc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413760"/>
            <a:ext cx="4572000" cy="1219200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400">
                <a:solidFill>
                  <a:srgbClr val="B83E3A"/>
                </a:solidFill>
                <a:latin typeface="Inter"/>
                <a:ea typeface="Pretendard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B2A4E"/>
                </a:solidFill>
                <a:latin typeface="Inter"/>
                <a:ea typeface="Pretendard"/>
              </a:rPr>
              <a:t>What the gates bought, and what they did not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Bought: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leakage-safety, seed-averaging, calibration, XAI rigour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Did not: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external validation — one 28×28 benchmark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Did not: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any clinical claim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Next: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Demo 5 is the external counterpart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4A525C"/>
                </a:solidFill>
                <a:latin typeface="Inter"/>
                <a:ea typeface="Pretendard"/>
              </a:rPr>
              <a:t>demo/04_pneumoniamnist_cnn · every number in results/results.json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MODEL ENGINEERING</vt:lpstr>
      <vt:lpstr>The convenience of scaffolding can outrun the rigour</vt:lpstr>
      <vt:lpstr>Two gates ran before a single epoch, and both had to pass</vt:lpstr>
      <vt:lpstr>Test AUROC 0.964 ± 0.004 over three seeds</vt:lpstr>
      <vt:lpstr>The most useful gate output was the one that made the model </vt:lpstr>
      <vt:lpstr>Grad-CAM passed both Adebayo sanity checks — and is still on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