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10분입니다. 고전적인 BCG 데이터셋입니다. 통합 추정치는 위험을 절반으로 낮추지만, 이 발표에서 정말 볼 것은 이질성입니다 — I²가 92%면 하나의 요약치를 그대로 읽는 게 정직하지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숲그림입니다. 시험별 추정치가 한쪽에 몰려 있지 않고 넓게 퍼져 있습니다. 통합값 하나만 인용하면 그 퍼짐이 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핵심 슬라이드입니다. 신뢰구간은 평균 효과의 정밀도지만, 예측구간은 새 시험이 어디에 떨어질지를 말합니다. 그리고 그 구간은 1을 넘어갑니다. 통합 RR만 보고하면 이 사실이 보이지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깔때기 그림과 두 검정 모두 유의하지 않습니다. 다만 k가 13이면 이 검정들은 검정력이 낮습니다. '출판편향 없음'이 아니라 '이 표본으로는 판단 못 함'이 정확한 서술입니다.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마무리입니다. 통합 추정치가 가리는 것과 파이프라인이 강제한 것을 나눕니다. 연구별 비뚤림 평가와 GRADE는 범위 밖이고, 그 사실을 숨기지 않고 적었습니다.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40000" cy="32004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spc="300">
                <a:solidFill>
                  <a:srgbClr val="B83E3A"/>
                </a:solidFill>
                <a:latin typeface="Inter"/>
                <a:ea typeface="Pretendard"/>
              </a:rPr>
              <a:t>META-ANALYSIS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1B2A4E"/>
                </a:solidFill>
                <a:latin typeface="Inter"/>
                <a:ea typeface="Pretendard"/>
              </a:rPr>
              <a:t>BCG vaccination halved tuberculosis risk across 13 trials — and the heterogeneity is the finding</a:t>
            </a:r>
          </a:p>
          <a:p>
            <a:pPr algn="l"/>
            <a:r>
              <a:rPr sz="1800" b="0" i="1">
                <a:solidFill>
                  <a:srgbClr val="4A525C"/>
                </a:solidFill>
                <a:latin typeface="Inter"/>
                <a:ea typeface="Pretendard"/>
              </a:rPr>
              <a:t>Random-effects RR 0.489 (0.344–0.696), I² 92.2%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5440680"/>
            <a:ext cx="1828800" cy="0"/>
          </a:xfrm>
          <a:prstGeom prst="line">
            <a:avLst/>
          </a:prstGeom>
          <a:ln w="12700">
            <a:solidFill>
              <a:srgbClr val="1B2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E"/>
                </a:solidFill>
                <a:latin typeface="Inter"/>
                <a:ea typeface="Pretendard"/>
              </a:rPr>
              <a:t>MedSci Skills · Demo 2 · tooling demonstration, not a clinical claim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Presenter · Affiliation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Pooled RR 0.489 (0.344–0.696)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278624" y="2300224"/>
            <a:ext cx="4572000" cy="3555999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45360"/>
            <a:ext cx="4572000" cy="3555999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89279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13 trials, 357,347 participants. Random effects (REML), τ² 0.313.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I² is 92.2%, so the prediction interval is the honest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Prediction interval 0.155–1.549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it crosses 1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Q = 152.2 on 12 df · τ² = 0.313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A new trial could plausibly show no benefit.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Small-study effects: Egger and rank tests both non-significant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Egger z = -1.401, p = 0.189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Rank correlation τ = 0.026, p = 0.952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k = 13: underpowered — absence of evidence, not evidence of absence.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31024" y="2249424"/>
            <a:ext cx="4267200" cy="36576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0" y="2194560"/>
            <a:ext cx="4267200" cy="36576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400">
                <a:solidFill>
                  <a:srgbClr val="B83E3A"/>
                </a:solidFill>
                <a:latin typeface="Inter"/>
                <a:ea typeface="Pretendard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B2A4E"/>
                </a:solidFill>
                <a:latin typeface="Inter"/>
                <a:ea typeface="Pretendard"/>
              </a:rPr>
              <a:t>What a pooled estimate hides, and what the pipeline enforced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Hides: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a prediction interval crossing 1 despite a halved pooled risk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Enforced: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PRISMA flow, prediction interval, bias tests, leave-one-out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Not done: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per-study risk-of-bias and GRADE — out of scope,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demo/02_metafor_bcg · every number in analysis/tables/meta_results.csv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META-ANALYSIS</vt:lpstr>
      <vt:lpstr>Pooled RR 0.489 (0.344–0.696)</vt:lpstr>
      <vt:lpstr>I² is 92.2%, so the prediction interval is the honest summar</vt:lpstr>
      <vt:lpstr>Small-study effects: Egger and rank tests both non-significa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